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Acme Bio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Bio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 oncology diagnostics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Thyroid biopsies are indeterminate 25 percent of the time, driving unnecessary surgery.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Founders from Mayo Clinic and Illumina with prior exits.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